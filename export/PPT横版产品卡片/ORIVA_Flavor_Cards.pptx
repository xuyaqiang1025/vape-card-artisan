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— ORIVA Flavor Cards / 五口味产品卡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CONTENTS — 五口味索引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NO. 01 — Peaches / 水蜜白黄桃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NO. 02 — Floral Blueberry / 花香蓝莓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NO. 03 — Lingnan Lychee / 岭南荔枝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NO. 04 — Lime / 青柠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NO. 05 — Earl Grey / 格雷伯爵茶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— Thank you / 免责声明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-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a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ber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ych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arl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-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ORIVA · Flavor Cards</dc:title>
  <dc:subject>五口味产品卡 · 16:9</dc:subject>
  <dc:creator>ORIVA Flavour Atelier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